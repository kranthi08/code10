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7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57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4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9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4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4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6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54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71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46B93-CA6D-4EB5-BCD8-2205C98F03C2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504EC-219E-4EC4-B833-992A6D116F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2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920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Selenium Framework(Both Web/API applications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5782" y="1461073"/>
            <a:ext cx="2849418" cy="1734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55782" y="3411108"/>
            <a:ext cx="2849418" cy="19361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56640" y="2651760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Git &amp; Jenkins Integration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40" y="1676400"/>
            <a:ext cx="847106" cy="660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45" y="1576734"/>
            <a:ext cx="1031635" cy="11248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92880" y="2407919"/>
            <a:ext cx="3088640" cy="293930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218" y="4639663"/>
            <a:ext cx="37490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Spark report</a:t>
            </a:r>
            <a:endParaRPr 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52913" y="4201802"/>
            <a:ext cx="776857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Selenium &amp; BDD Framework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657" y="2989415"/>
            <a:ext cx="1518543" cy="10980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867" y="2945430"/>
            <a:ext cx="1114693" cy="1251065"/>
          </a:xfrm>
          <a:prstGeom prst="rect">
            <a:avLst/>
          </a:prstGeom>
        </p:spPr>
      </p:pic>
      <p:sp>
        <p:nvSpPr>
          <p:cNvPr id="19" name="Left Arrow 18"/>
          <p:cNvSpPr/>
          <p:nvPr/>
        </p:nvSpPr>
        <p:spPr>
          <a:xfrm>
            <a:off x="3504638" y="2808441"/>
            <a:ext cx="456685" cy="2469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498368" y="2556916"/>
            <a:ext cx="1869440" cy="7028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PPPPP</a:t>
            </a:r>
            <a:endParaRPr lang="en-US" sz="4000" dirty="0"/>
          </a:p>
        </p:txBody>
      </p:sp>
      <p:sp>
        <p:nvSpPr>
          <p:cNvPr id="21" name="Left Arrow 20"/>
          <p:cNvSpPr/>
          <p:nvPr/>
        </p:nvSpPr>
        <p:spPr>
          <a:xfrm>
            <a:off x="3509814" y="4177421"/>
            <a:ext cx="456685" cy="2469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534634" y="3466527"/>
            <a:ext cx="1869440" cy="7108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7552047" y="4472598"/>
            <a:ext cx="1869440" cy="7518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Arrow 23"/>
          <p:cNvSpPr/>
          <p:nvPr/>
        </p:nvSpPr>
        <p:spPr>
          <a:xfrm>
            <a:off x="7081520" y="2836426"/>
            <a:ext cx="409307" cy="21893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Arrow 24"/>
          <p:cNvSpPr/>
          <p:nvPr/>
        </p:nvSpPr>
        <p:spPr>
          <a:xfrm>
            <a:off x="7091693" y="3736585"/>
            <a:ext cx="409307" cy="21893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/>
          <p:cNvSpPr/>
          <p:nvPr/>
        </p:nvSpPr>
        <p:spPr>
          <a:xfrm>
            <a:off x="7112130" y="4742820"/>
            <a:ext cx="409307" cy="21893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425547" y="2795671"/>
            <a:ext cx="78297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Pages</a:t>
            </a:r>
            <a:endParaRPr lang="en-US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9" name="AutoShape 2" descr="Java (programming language)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4849" y="2624232"/>
            <a:ext cx="653508" cy="52805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3074" y="2613502"/>
            <a:ext cx="559537" cy="315576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499834" y="3574851"/>
            <a:ext cx="97629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Actors</a:t>
            </a:r>
            <a:endParaRPr lang="en-US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8893" y="3518160"/>
            <a:ext cx="623176" cy="58563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988" y="3578797"/>
            <a:ext cx="559537" cy="31557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147603" y="4731995"/>
            <a:ext cx="131574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Definitions</a:t>
            </a:r>
            <a:endParaRPr lang="en-US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908" y="4497468"/>
            <a:ext cx="623176" cy="58563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977120" y="2479040"/>
            <a:ext cx="1595120" cy="27453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Generic</a:t>
            </a:r>
            <a:r>
              <a:rPr lang="en-US" sz="2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&amp; Business </a:t>
            </a:r>
          </a:p>
          <a:p>
            <a:pPr algn="ctr"/>
            <a:r>
              <a:rPr lang="en-US" sz="2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Utilities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4654" y="3005851"/>
            <a:ext cx="1179146" cy="73073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5933870" y="5607674"/>
            <a:ext cx="1653352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Runners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869488" y="5611900"/>
            <a:ext cx="1653352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features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879257" y="5528232"/>
            <a:ext cx="1692983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Sheets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309" y="5719930"/>
            <a:ext cx="447945" cy="502747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552" y="5715702"/>
            <a:ext cx="469279" cy="40499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5563" y="5620828"/>
            <a:ext cx="484309" cy="444799"/>
          </a:xfrm>
          <a:prstGeom prst="rect">
            <a:avLst/>
          </a:prstGeom>
        </p:spPr>
      </p:pic>
      <p:sp>
        <p:nvSpPr>
          <p:cNvPr id="51" name="Left Arrow 50"/>
          <p:cNvSpPr/>
          <p:nvPr/>
        </p:nvSpPr>
        <p:spPr>
          <a:xfrm>
            <a:off x="7588893" y="5931940"/>
            <a:ext cx="294823" cy="9987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 Arrow 51"/>
          <p:cNvSpPr/>
          <p:nvPr/>
        </p:nvSpPr>
        <p:spPr>
          <a:xfrm>
            <a:off x="9490208" y="5843228"/>
            <a:ext cx="383656" cy="1499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Up-Down Arrow 52"/>
          <p:cNvSpPr/>
          <p:nvPr/>
        </p:nvSpPr>
        <p:spPr>
          <a:xfrm flipH="1">
            <a:off x="6227857" y="5333807"/>
            <a:ext cx="91440" cy="26045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Bent-Up Arrow 57"/>
          <p:cNvSpPr/>
          <p:nvPr/>
        </p:nvSpPr>
        <p:spPr>
          <a:xfrm>
            <a:off x="7552047" y="5202516"/>
            <a:ext cx="184257" cy="459817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/>
          <p:cNvSpPr/>
          <p:nvPr/>
        </p:nvSpPr>
        <p:spPr>
          <a:xfrm>
            <a:off x="9404074" y="2960132"/>
            <a:ext cx="573046" cy="176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59"/>
          <p:cNvSpPr/>
          <p:nvPr/>
        </p:nvSpPr>
        <p:spPr>
          <a:xfrm>
            <a:off x="9421487" y="3832435"/>
            <a:ext cx="555633" cy="271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>
            <a:off x="9404074" y="4705236"/>
            <a:ext cx="573046" cy="2733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Up-Down Arrow 61"/>
          <p:cNvSpPr/>
          <p:nvPr/>
        </p:nvSpPr>
        <p:spPr>
          <a:xfrm flipH="1">
            <a:off x="10789920" y="5224438"/>
            <a:ext cx="172720" cy="32393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4018656" y="1011736"/>
            <a:ext cx="878463" cy="11357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Config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files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7190" y="1108046"/>
            <a:ext cx="455930" cy="468595"/>
          </a:xfrm>
          <a:prstGeom prst="rect">
            <a:avLst/>
          </a:prstGeom>
        </p:spPr>
      </p:pic>
      <p:sp>
        <p:nvSpPr>
          <p:cNvPr id="65" name="Down Arrow 64"/>
          <p:cNvSpPr/>
          <p:nvPr/>
        </p:nvSpPr>
        <p:spPr>
          <a:xfrm>
            <a:off x="4471979" y="2147468"/>
            <a:ext cx="156226" cy="2604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5641838" y="966014"/>
            <a:ext cx="2431150" cy="10394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                     	</a:t>
            </a:r>
            <a:r>
              <a:rPr lang="en-US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Logs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5714" y="1073616"/>
            <a:ext cx="693117" cy="748150"/>
          </a:xfrm>
          <a:prstGeom prst="rect">
            <a:avLst/>
          </a:prstGeom>
        </p:spPr>
      </p:pic>
      <p:sp>
        <p:nvSpPr>
          <p:cNvPr id="68" name="Up Arrow 67"/>
          <p:cNvSpPr/>
          <p:nvPr/>
        </p:nvSpPr>
        <p:spPr>
          <a:xfrm>
            <a:off x="6227857" y="2005437"/>
            <a:ext cx="172943" cy="38323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Up Arrow 69"/>
          <p:cNvSpPr/>
          <p:nvPr/>
        </p:nvSpPr>
        <p:spPr>
          <a:xfrm>
            <a:off x="7560620" y="2005436"/>
            <a:ext cx="221404" cy="5514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8592842" y="934992"/>
            <a:ext cx="2908278" cy="10394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Automation </a:t>
            </a:r>
          </a:p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6416" y="1063758"/>
            <a:ext cx="895744" cy="832280"/>
          </a:xfrm>
          <a:prstGeom prst="rect">
            <a:avLst/>
          </a:prstGeom>
        </p:spPr>
      </p:pic>
      <p:sp>
        <p:nvSpPr>
          <p:cNvPr id="73" name="Up Arrow 72"/>
          <p:cNvSpPr/>
          <p:nvPr/>
        </p:nvSpPr>
        <p:spPr>
          <a:xfrm>
            <a:off x="8817708" y="1974414"/>
            <a:ext cx="182594" cy="56389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Up Arrow 73"/>
          <p:cNvSpPr/>
          <p:nvPr/>
        </p:nvSpPr>
        <p:spPr>
          <a:xfrm>
            <a:off x="10586721" y="1982121"/>
            <a:ext cx="203199" cy="49692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>
            <a:stCxn id="71" idx="3"/>
          </p:cNvCxnSpPr>
          <p:nvPr/>
        </p:nvCxnSpPr>
        <p:spPr>
          <a:xfrm>
            <a:off x="11501120" y="1454703"/>
            <a:ext cx="394782" cy="6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11938000" y="1461073"/>
            <a:ext cx="93309" cy="4382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endCxn id="47" idx="3"/>
          </p:cNvCxnSpPr>
          <p:nvPr/>
        </p:nvCxnSpPr>
        <p:spPr>
          <a:xfrm flipH="1">
            <a:off x="11572240" y="5843228"/>
            <a:ext cx="442652" cy="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2685110" y="5601846"/>
            <a:ext cx="2910028" cy="8273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5238" y="5608414"/>
            <a:ext cx="804907" cy="777310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49699" y="5651220"/>
            <a:ext cx="1779332" cy="746925"/>
          </a:xfrm>
          <a:prstGeom prst="rect">
            <a:avLst/>
          </a:prstGeom>
        </p:spPr>
      </p:pic>
      <p:sp>
        <p:nvSpPr>
          <p:cNvPr id="87" name="Down Arrow 86"/>
          <p:cNvSpPr/>
          <p:nvPr/>
        </p:nvSpPr>
        <p:spPr>
          <a:xfrm>
            <a:off x="4665030" y="5321599"/>
            <a:ext cx="208603" cy="3407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8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38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Selenium Framework(Both Web/API applications</vt:lpstr>
    </vt:vector>
  </TitlesOfParts>
  <Company>SSNC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Kranthi Kondaveeti</dc:creator>
  <cp:lastModifiedBy>Kranthi Kondaveeti</cp:lastModifiedBy>
  <cp:revision>17</cp:revision>
  <dcterms:created xsi:type="dcterms:W3CDTF">2024-01-13T06:47:00Z</dcterms:created>
  <dcterms:modified xsi:type="dcterms:W3CDTF">2024-01-13T09:49:40Z</dcterms:modified>
</cp:coreProperties>
</file>